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A447-F22E-5A38-461C-5CD017CD6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9FF41D-1D4E-B5A7-2878-1C49DE759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7260C-7DA5-F040-E19F-0ED8C9414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EA89-E86F-453B-A08F-2D70C91146F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093E3-9154-6C62-899E-A72E8B3C4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4612D-FF7F-8965-5CBE-27D632DDF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00F24-8F82-4548-BF32-CDA4E88C6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050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FA3F1-0311-A9BB-5423-4CA3D73BB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5C6CF-DA0D-4332-52CF-1D60FB5D2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22764-19A8-DC0A-F065-9D7C173EF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EA89-E86F-453B-A08F-2D70C91146F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47C0F-2311-5EEC-54E8-D3518477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C185D-2F64-A51F-11B6-133DA4C17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00F24-8F82-4548-BF32-CDA4E88C6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65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D8D6C-4183-B1E4-C529-66DA4DBDE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924EC-0B9A-B178-E3ED-6799C7228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C93CF-4971-F979-3D36-549E5C9AF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EA89-E86F-453B-A08F-2D70C91146F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83C26-4D9B-BB8B-6022-5BA446F45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20EEC-686F-D6CB-0602-323A1BCD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00F24-8F82-4548-BF32-CDA4E88C6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065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D93E9-13D9-21BB-68EA-3963F12ED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20D4D-0631-7DA2-A5F0-5444677635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B31B5-01F1-633A-5CD3-BCB7B8BFD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8758C-E245-6928-C1DB-307833D87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EA89-E86F-453B-A08F-2D70C91146F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57136-4F80-26CF-F56B-C69375F8D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C5D81-2D52-FF4F-7F21-16129CA5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00F24-8F82-4548-BF32-CDA4E88C6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127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3769-CCD9-5101-258D-210ED8E56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A1603-9213-2E4E-388F-12433AAA6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CE9923-0817-B498-9EE1-B4D03EAF0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224524-52F4-589E-B3B9-CB586912D2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B5371A-B8DF-74C9-9DFA-7EC63D8BDD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25C88D-AD7A-3951-1E47-AF7F26B81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EA89-E86F-453B-A08F-2D70C91146F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A63D10-EA01-5244-87D7-00EF93C61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487C35-E044-4F8F-8C9C-E1B5BED7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00F24-8F82-4548-BF32-CDA4E88C6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40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92039-37C7-2C72-4DF9-3D9E0EB10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0F0AC-F875-59F2-39F5-3C29CEDBF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EA89-E86F-453B-A08F-2D70C91146F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9AA46B-3CD3-C45E-54CF-F48180564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D7D57-3F0F-677D-458F-D738BD4F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00F24-8F82-4548-BF32-CDA4E88C6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812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262C13-70E9-9DDC-3D00-8835BE87E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EA89-E86F-453B-A08F-2D70C91146F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5A0DD4-9832-6663-7A69-47FF1C469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E2488-461C-470B-509E-87965EB2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00F24-8F82-4548-BF32-CDA4E88C6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097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344D1-7E1E-F7B3-F8EB-88A70A5C9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50535-A398-DE0E-E815-8C0701E25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4E53D-3334-5BE2-014A-8D4C7933B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5F8CE-16E6-5F70-E1EC-6D821E9B8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EA89-E86F-453B-A08F-2D70C91146F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7234B-F3CF-4F68-1FB8-DDC347BC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0A359-7571-E26C-DDF7-115B36505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00F24-8F82-4548-BF32-CDA4E88C6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612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F83E0-B989-41FC-2B1E-941740F4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91DCCA-8804-D4EB-190C-B79F518B612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4974C-1EAF-5F9D-12A6-F98AD1DA4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3CF72-BAC0-D223-CCA8-F1882EBE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EA89-E86F-453B-A08F-2D70C91146F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520AC-EE22-6A40-9920-EAE857759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5CA38-A472-42B4-4555-7C890D6DC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00F24-8F82-4548-BF32-CDA4E88C6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818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E5702-9592-5439-0375-2859D0E1B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F1998-7AE2-C56C-FDF5-618BC19F9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8C756-EF3D-9FA1-055B-40F9D1C68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EA89-E86F-453B-A08F-2D70C91146F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60EBE-9786-62B7-E09F-1BE640FFC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E8F57-CEF5-4E15-DD6B-57E4E51E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00F24-8F82-4548-BF32-CDA4E88C6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028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63F-41F3-5D4A-B95A-DBFCB6F1C1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F25AD9-EF40-69DF-BADA-21708A825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CACAD-E0D7-4B66-F923-1DF3F2EF2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EA89-E86F-453B-A08F-2D70C91146F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BE7BE-B294-FE39-4707-66AC0E9EA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9803E-9B64-93FB-D28C-116A7AAB5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00F24-8F82-4548-BF32-CDA4E88C6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987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AC2C5A-2EBC-E91C-4BA0-C602B0E64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B40FB-6A63-39B5-424F-F9EC6CAD1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52B88-98EC-A407-BB14-AB6E8C8B90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2EA89-E86F-453B-A08F-2D70C91146F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E0B01-AED6-465A-AF4C-93BC45D03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B6120-BB4D-EBD9-A901-E435EB084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00F24-8F82-4548-BF32-CDA4E88C6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335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CD7401-A172-F285-0B58-6EB6D7AAA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08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261205-5D1D-432B-35B0-11BAF9106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973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52D02F-C9A8-FC8E-4792-E2BED8A16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202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93C1BE-5EB6-4CB5-3EC7-DCCE74D3C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79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E945BD-7FB2-3E67-FED1-66D19AF80F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707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97F214-FC02-C8BE-9DA5-A9AB61DCB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378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DB500E-89B4-8E53-A63A-417A3E786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584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A4A186-0FDB-EAE6-B8EB-25F901502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014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88FC2-7D73-D53A-53B6-E45E92192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732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C5A490-5751-11EA-B7E8-59C98ADF6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16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117A12-500D-8A16-7558-3936AA088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86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1B3688-1FFA-C5A9-A351-0ACBCCD87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170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BA6E68-E565-5EF7-A34B-2F39EA435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110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10B23E-D990-D826-87D1-661524A9B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27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E0F85B-DD24-85C5-91A8-2AD1233F6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781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Rugved Kulkarni</dc:creator>
  <cp:lastModifiedBy>Rugved Kulkarni</cp:lastModifiedBy>
  <cp:revision>1</cp:revision>
  <dcterms:created xsi:type="dcterms:W3CDTF">2026-10-06T23:17:22Z</dcterms:created>
  <dcterms:modified xsi:type="dcterms:W3CDTF">2026-10-06T23:26:39Z</dcterms:modified>
</cp:coreProperties>
</file>